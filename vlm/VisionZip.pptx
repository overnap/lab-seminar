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328" r:id="rId3"/>
    <p:sldId id="329" r:id="rId4"/>
    <p:sldId id="343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27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15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BE999-9D79-451D-AA64-C7E198F3485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EE5CA-28BF-4C09-A261-D7B8DC04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843D9-BBE1-666A-684E-95A5B3239B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Hello World!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862590-7793-E4DC-9848-D70C57902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B5594-B36F-550C-87AA-872D160B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632-7EF8-4694-B395-BC4AA4492B96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ADF123-83AF-B827-F60D-F07C3431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D8016-B96A-EA99-8CA4-2F07CB35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49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41846-A3C4-66BE-C19B-426B1493C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 err="1"/>
              <a:t>Titl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1C5572-D860-474C-3FA5-5E30E8F3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FDAD4A-25E5-4A46-10C7-7DC6F9AF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01BD3-8305-43B3-9923-257FBF17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B44BB-CE6C-823A-1547-82331277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830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01690-CD05-4B40-37BD-737F6C4B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424CA2-E3AC-3DB7-5EA0-BCCFBFD70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75187-6338-EB7F-84C2-A8DFDBA5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1B1B-2377-484C-AE5F-2482D325568D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116DC-C2D2-17FD-0670-4018A045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D9505-77F3-973A-4A77-407A7D10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22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71688-7777-D341-8BE2-B080030C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56C86A-D334-9460-D672-B469FF474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EF012F-B037-6BC0-DCEC-41C4F997C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74B44-9A1F-1A00-7071-B7A0D8F9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201A2-46DF-4BFF-9016-C8103CEDFB81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AD2EE9-C27C-2D74-C73E-A37EEB3C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CC3845-FA21-6B62-D010-5AFE32EA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95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A7400-0404-7A85-2E7E-032869E17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A737AF-1D5B-C0D9-87FA-4C1B726F8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BA33EE-9A1D-AB71-3288-76B57DFA9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53D09D-7D5A-ABE8-DE38-113722A78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84B54F-E9B1-D2C4-EC9A-A7DC1D458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8A019-7B32-D688-0429-54BDB5A9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08F3-A94B-4B80-B11C-3E927B27F2B8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1D7954-2837-A14F-9B6C-076BD5F2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B908F5-F72E-9604-D306-DD32A042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B1B86-EBE2-0F57-090C-C31ACA79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7053E8-F883-E4FE-AE74-EAD091EE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3BB6-D684-4DF5-B5F0-CCFDC51A617B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C7B020-F6E2-6C53-D638-67BAA47B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964D6A-08B3-7E5C-D2B6-F9A83DBD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14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9B6784-24C4-FD43-CC24-A65B3BF3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D348-75BB-4FFE-A28E-8CED510818E6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28DAE8-9990-66D8-F5E0-00F83A6E4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4574D-AE4B-6ACA-30E6-5BEF9C38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47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096AC-8778-2324-A216-02EA2B76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6749C-BFA7-E361-D0A8-12DF99A35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BFB7CF-8E79-4D8C-1C94-05BCE7C60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CCADF7-23A1-E5F4-CC89-52E73F54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788B-E27C-4361-9F1C-F5324F7742D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E85F17-A3BF-7343-5350-697CE9FB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7DA9AE-1B19-89FA-ADAD-7F7E345E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76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D8925-5F77-79D9-978F-933303C46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5858C2-0CBE-DB93-826B-B8F0A60A0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7916A2-7F4C-4213-A59D-9A6AC9D24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77B87D-17FA-2955-5560-AF994A73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440-C9FD-4F99-90BA-78EFFB603E89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B5E172-8C53-896B-03D0-18189115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5A806D-5830-CB0B-19AE-8BC7CE3A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94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5BE68-DACB-517B-3599-DEA0857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A12748-1AFA-BCD3-2832-DBC0E015E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7B65E9-6AA9-EA17-BAA6-E2879984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9198C-CCE9-460E-AED7-4A9395234AFF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807831-DE17-1D7C-798E-71E628A6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E0FA4-F72C-A75A-3309-34C725BD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60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93F05D-9D7F-0113-A82F-B9933690A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F68516-4C05-0C13-7E89-B7818AA4F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E97CB8-660C-2EC4-45A1-F733832E1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4432-EBCE-4AAB-A7BA-6A72C50DCDD2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BD62C1-191F-FBBB-783F-30323705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3CC41C-E7FB-5CD5-F05E-F9A0123B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13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68E3F1-AC57-A1DB-19D3-B33ADE93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BD850F-97E2-EFEC-FA26-4E7BB682D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08438-D9C2-83FB-7F99-A83A8D6C8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36EF872-42A0-4E78-9488-31172969FC5A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7D593-7453-216C-9AD2-F38172F88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A6965-E14F-BC2D-ED1F-9D4D0E79E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A7F9607-BA5C-406C-B8F1-9CD34989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39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429" y="1122363"/>
            <a:ext cx="9289142" cy="2387600"/>
          </a:xfrm>
        </p:spPr>
        <p:txBody>
          <a:bodyPr>
            <a:normAutofit/>
          </a:bodyPr>
          <a:lstStyle/>
          <a:p>
            <a:r>
              <a:rPr lang="en-US" sz="4400" b="1" dirty="0" err="1"/>
              <a:t>VisionZip</a:t>
            </a:r>
            <a:r>
              <a:rPr lang="en-US" sz="4400" b="1" dirty="0"/>
              <a:t>: Longer is Better but Not Necessary in Vision Language Models</a:t>
            </a:r>
            <a:endParaRPr lang="ko-KR" altLang="en-US" sz="4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20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E15193-5D51-E616-0CD6-F64F80DD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6B4ADD-0230-7809-D548-91C0DD00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79A397-71A6-51B6-E647-23B12BCC7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D426C4-D375-7331-E73E-14999EBBE95F}"/>
              </a:ext>
            </a:extLst>
          </p:cNvPr>
          <p:cNvSpPr txBox="1"/>
          <p:nvPr/>
        </p:nvSpPr>
        <p:spPr>
          <a:xfrm>
            <a:off x="3459126" y="5905845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CVPR 2025, citation 250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2C35B56-BD65-C5EE-9CD0-2D53B5A0A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3135"/>
            <a:ext cx="12192000" cy="187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860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CF7A9-BC7A-910B-A833-38C982352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F161F6-157A-54D9-41BE-F2B8403E8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Recent VLMs rely on extremely long visual tokens</a:t>
            </a:r>
          </a:p>
          <a:p>
            <a:r>
              <a:rPr lang="en-US" dirty="0"/>
              <a:t>e.g. LLaVA-1.5 (576 tokens), </a:t>
            </a:r>
            <a:r>
              <a:rPr lang="en-US" dirty="0" err="1"/>
              <a:t>LLaVA</a:t>
            </a:r>
            <a:r>
              <a:rPr lang="en-US" dirty="0"/>
              <a:t>-NeXT (672*672 image to 2880 tokens)</a:t>
            </a:r>
          </a:p>
          <a:p>
            <a:r>
              <a:rPr lang="en-US" dirty="0"/>
              <a:t>Even combining system prompts and queries in VQA, there are only a few dozen tokens</a:t>
            </a:r>
          </a:p>
          <a:p>
            <a:r>
              <a:rPr lang="en-US" dirty="0"/>
              <a:t>Computation complexity of transformer is bound by token dimension and sequence length: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2C737-F61B-5E48-BB4E-EA54BAE8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5F5A7C-5C8C-6CB5-B9F1-C321FFFE3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596BA7-091C-F1EA-288E-19583B8D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3009FDF-9E59-64F6-C587-A0B697F38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233" y="5092693"/>
            <a:ext cx="4715533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A1BD9-ED61-7F98-81E2-3AE481F8D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3208B9-347E-BDCC-C960-CDF0B3FB6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00F646-D78E-5677-52C2-313030DFA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F7E2DF-0427-652E-7898-CB0B59A2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79EDD4-FC60-B605-F519-0BB7D5C66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4074"/>
            <a:ext cx="12192000" cy="466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54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16DB0-EE47-9B44-D313-1C9787934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Redundancy Observation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6EF855-AAA3-5838-F454-8F35B361B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Redundancy is observed in CLIP and </a:t>
            </a:r>
            <a:r>
              <a:rPr lang="en-US" dirty="0" err="1"/>
              <a:t>SigLIP</a:t>
            </a:r>
            <a:r>
              <a:rPr lang="en-US" dirty="0"/>
              <a:t>, which are commonly used vision encoders</a:t>
            </a:r>
          </a:p>
          <a:p>
            <a:r>
              <a:rPr lang="en-US" dirty="0"/>
              <a:t>If we look at the -2 layer primarily used by VLM,</a:t>
            </a:r>
          </a:p>
          <a:p>
            <a:r>
              <a:rPr lang="en-US" dirty="0"/>
              <a:t>Attention is entirely taken by a very small number of tokens</a:t>
            </a:r>
          </a:p>
          <a:p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15FFCA-9021-7C67-0740-4D961D24C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CE0C5B-6E12-DA16-A57C-4F992962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281AC-A4E0-2BD7-6C6D-02B1BA92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A965475-CA72-7EC0-856D-A4002142D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109" y="3797347"/>
            <a:ext cx="3608982" cy="26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122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1206D-E7BA-94C5-7D84-FCF4EBACB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VisionZip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2A45D2-C111-B38F-D13F-224A3EE2D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method consists of (1) dominant token selection and (2) contextual token merging</a:t>
            </a:r>
          </a:p>
          <a:p>
            <a:r>
              <a:rPr lang="en-US" dirty="0"/>
              <a:t>First, select the important tokens as they are, and merge the rest</a:t>
            </a:r>
          </a:p>
          <a:p>
            <a:r>
              <a:rPr lang="en-US" dirty="0"/>
              <a:t>Additional fine-tuning may be performed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FA1971-82E9-7FAF-4D5C-3CFC8261F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217B5D-3D88-5F82-B32C-8B472B78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5D0177-3248-9969-3CF3-CCFEDF87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185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FF7E2-59E1-6C67-8BD8-FC4A3D226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Dominant Token Selection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24AA23-0A8C-9AF6-AC1C-6BD0CEF07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2626" cy="4351338"/>
          </a:xfrm>
        </p:spPr>
        <p:txBody>
          <a:bodyPr/>
          <a:lstStyle/>
          <a:p>
            <a:r>
              <a:rPr lang="en-US" dirty="0"/>
              <a:t>In the -2 layer, weights are calculated using the attention for CLS token (or the average of all attention if CLS is not present)</a:t>
            </a:r>
          </a:p>
          <a:p>
            <a:r>
              <a:rPr lang="en-US" dirty="0"/>
              <a:t>Choose Top-K there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8228FB-C2EB-B9C6-6F15-BDB86E034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E77C0-90E5-22D8-1316-71DC2A3D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C63613-DC79-587C-5F85-C45E46A61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4214D7B-7ACA-5551-29F2-7568D2949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826" y="2127570"/>
            <a:ext cx="3962974" cy="404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02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309BD-2741-4AB4-83AA-A0119AF32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6189D-1811-A334-B0BB-795D8EF8B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Contextual Token Merging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474627-9FEE-C36B-D130-8513ECD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2626" cy="4351338"/>
          </a:xfrm>
        </p:spPr>
        <p:txBody>
          <a:bodyPr/>
          <a:lstStyle/>
          <a:p>
            <a:r>
              <a:rPr lang="en-US" dirty="0"/>
              <a:t>For the remaining unchosen tokens,</a:t>
            </a:r>
          </a:p>
          <a:p>
            <a:r>
              <a:rPr lang="en-US" dirty="0"/>
              <a:t>Select a target (representative) from the uniform sample,</a:t>
            </a:r>
          </a:p>
          <a:p>
            <a:r>
              <a:rPr lang="en-US" dirty="0"/>
              <a:t>And absorb the rest into a target with a similar key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1BE87-BE1F-9F6F-A4FA-ECB7BE95D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D2B995-5421-1BF4-7601-F4DF713D6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91F70D-C7F9-02C4-B9B2-DD1DE19E9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346B651-4202-3F91-974C-67572842C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159" y="3341077"/>
            <a:ext cx="4361282" cy="292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980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F5651-99F1-A43D-4C34-C6FC2693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Tuning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53796-6850-9964-9125-8E0052F4B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everything has been training-free until now, there may be significant distribution shifts for VLMs designed to use thousands of tokens</a:t>
            </a:r>
          </a:p>
          <a:p>
            <a:r>
              <a:rPr lang="en-US" dirty="0"/>
              <a:t>This can be resolved simply by training multimodal projector briefly using only 10% of the LLaVA-1.5 dataset</a:t>
            </a:r>
          </a:p>
          <a:p>
            <a:r>
              <a:rPr lang="en-US" dirty="0"/>
              <a:t>They strongly emphasized that this can be completed in 30 minutes with 8 A800s,</a:t>
            </a:r>
          </a:p>
          <a:p>
            <a:r>
              <a:rPr lang="en-US" dirty="0"/>
              <a:t>And can also be trained with 3090s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582767-32C7-A60C-0C80-F2BB65B34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2666D8-90C0-B20A-7991-D393CD80D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F1CFD-3006-EADF-6073-09B5A3976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474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7B9EE-F965-7162-EF73-827DD4B4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4C82CE-56D6-1781-DBE6-FBAB06FCB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LLaVA-1.5, 576 =&gt; 192 tokens 98.5% performance</a:t>
            </a:r>
          </a:p>
          <a:p>
            <a:r>
              <a:rPr lang="en-US" dirty="0"/>
              <a:t>576 =&gt; 64 tokens 94.0% and 95.2% with tuning</a:t>
            </a:r>
          </a:p>
          <a:p>
            <a:r>
              <a:rPr lang="en-US" dirty="0"/>
              <a:t>In </a:t>
            </a:r>
            <a:r>
              <a:rPr lang="en-US" dirty="0" err="1"/>
              <a:t>LLaVA</a:t>
            </a:r>
            <a:r>
              <a:rPr lang="en-US" dirty="0"/>
              <a:t>-NeXT, 2880 =&gt; 640 tokens 97.6% and 98.9% with tuning</a:t>
            </a:r>
          </a:p>
          <a:p>
            <a:r>
              <a:rPr lang="en-US" dirty="0"/>
              <a:t>2880 =&gt; 160 tokens 92.0% and 95.2% with tuning</a:t>
            </a:r>
          </a:p>
          <a:p>
            <a:r>
              <a:rPr lang="en-US" dirty="0"/>
              <a:t>In Video-</a:t>
            </a:r>
            <a:r>
              <a:rPr lang="en-US" dirty="0" err="1"/>
              <a:t>LLaVA</a:t>
            </a:r>
            <a:r>
              <a:rPr lang="en-US" dirty="0"/>
              <a:t>, 2048 =&gt; 136 tokens 93.2%</a:t>
            </a:r>
          </a:p>
          <a:p>
            <a:r>
              <a:rPr lang="en-US" dirty="0"/>
              <a:t>Inference time 3.0x, prefilling latency 7.8x</a:t>
            </a:r>
          </a:p>
          <a:p>
            <a:r>
              <a:rPr lang="en-US" dirty="0" err="1"/>
              <a:t>LLaVA</a:t>
            </a:r>
            <a:r>
              <a:rPr lang="en-US" dirty="0"/>
              <a:t>-NeXT 13B with </a:t>
            </a:r>
            <a:r>
              <a:rPr lang="en-US" dirty="0" err="1"/>
              <a:t>VisionZip</a:t>
            </a:r>
            <a:r>
              <a:rPr lang="en-US" dirty="0"/>
              <a:t> is better and faster than </a:t>
            </a:r>
            <a:r>
              <a:rPr lang="en-US" dirty="0" err="1"/>
              <a:t>LLaVA</a:t>
            </a:r>
            <a:r>
              <a:rPr lang="en-US" dirty="0"/>
              <a:t>-NeXT 7B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448E10-CB2A-B328-3624-DC72F1896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620AD-E169-9F64-BE01-F0CD4528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C14332-2F2F-6AFB-EBA2-2710A198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071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8B2125-C680-FEEE-42D3-10A2AE578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30241E-EA21-B9F3-3A1B-1D43D9892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61EB9D-A54B-1D24-8F99-7FECD2F97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52BD99-CA3A-F6BD-5ADD-3CAC9935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32B562E-1802-4D69-A32A-9BCF2160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452" y="666964"/>
            <a:ext cx="5910033" cy="552407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9DACDC6-C879-34DE-457E-B6A765E08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237" y="1403729"/>
            <a:ext cx="3591178" cy="482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56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C03CE-5C8B-0AAF-2AD5-A5A00E90D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6DF5C7-90D3-14C6-846A-2990DEB92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CDD93F-8338-A07C-19FF-5719B979E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E2E075-EBEF-1E1C-B4BF-F8EF083B6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742544-8678-EF68-667A-AA071C22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430CFB3-1FB2-0C4D-5680-1868F0F43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496" y="1825625"/>
            <a:ext cx="5611008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95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6AD00-B83B-B0AE-DE03-A90771F91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F6B76F-A2EE-A762-74A1-CC7861824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688F4A-46D6-81ED-0C10-1D7D02425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A7B79C-E3A8-4AD1-1D41-B0DF3F3D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C521BB-B345-0C4C-2D8B-FCEF98B4A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E474D56-A867-5EF2-70A1-418E599C1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81" y="2076975"/>
            <a:ext cx="11917438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808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E5F3E-1938-8C23-37C1-080BD742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68141D-4C8E-40D4-C256-B759FB0D8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074806-24A5-0CEA-15CF-AD9E9734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074D4F-DEC7-AD06-0167-96AB2E91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A96147-3284-3E6F-5FEA-D63344B9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154E958-6809-F99B-0960-8DE898D80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811" y="2067449"/>
            <a:ext cx="5744377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66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FB8A92-245A-8E7F-1C82-521DBA24E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- Redundancy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CDE1C6-51F9-20B9-71B7-FFE399E97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-2 layer has unbiased information (and this is why VLM often uses -2)</a:t>
            </a:r>
          </a:p>
          <a:p>
            <a:r>
              <a:rPr lang="en-US" dirty="0"/>
              <a:t>Deep transformers tend to shortcut by concentrating inform into a few</a:t>
            </a:r>
          </a:p>
          <a:p>
            <a:r>
              <a:rPr lang="en-US" dirty="0" err="1"/>
              <a:t>Softmax</a:t>
            </a:r>
            <a:r>
              <a:rPr lang="en-US" dirty="0"/>
              <a:t> also induces selection action</a:t>
            </a:r>
          </a:p>
          <a:p>
            <a:r>
              <a:rPr lang="en-US" dirty="0"/>
              <a:t>Many related prior studies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22C9A6-978C-953A-E61F-1E66478B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8169EE-C1E6-EA49-5072-2A90EB160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B25FE0-4658-FA4D-025D-07D8FB9C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2552D8B-967D-536A-6591-66445F6EB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8" y="3861202"/>
            <a:ext cx="7340963" cy="231576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D654BB4-0C1E-617C-B6DF-52759AEFB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807" y="4198373"/>
            <a:ext cx="3914654" cy="190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5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E5B4B-4A67-A0C2-F6DA-1A4108DF3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2F887-E0D9-ABE8-BC62-0E9675AF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- Outperform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8C8B5C-7A29-0072-9016-4E923BB09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does this simple vision-only token diet works?</a:t>
            </a:r>
          </a:p>
          <a:p>
            <a:r>
              <a:rPr lang="en-US" dirty="0"/>
              <a:t>Previous studies leave behind tokens associated with the text (query)</a:t>
            </a:r>
          </a:p>
          <a:p>
            <a:r>
              <a:rPr lang="en-US" dirty="0"/>
              <a:t>However, as revealed, tokens where information is concentrated are more important,</a:t>
            </a:r>
          </a:p>
          <a:p>
            <a:r>
              <a:rPr lang="en-US" dirty="0"/>
              <a:t>and the remaining tokens are not devoid of information; they merely contain a lot of redundant information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B8C27B-44D2-F919-5F24-36C6C1984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81020-60A6-B995-23BA-8BC9B0A0A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224862-9BA2-5D34-1C24-64A82193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8DE6F38-5A6E-C791-EF4D-DCE46A689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635" y="4187478"/>
            <a:ext cx="5216108" cy="212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19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54A39-B597-23E2-C42D-B4922C0F0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093CE-566B-4846-2911-1690B212C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- Novelty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7FA909-3B8C-AA7E-08D0-9BE426EFD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Easy to deploy (plug-and-play, etc.)</a:t>
            </a:r>
          </a:p>
          <a:p>
            <a:r>
              <a:rPr lang="en-US" dirty="0"/>
              <a:t>Fast and memory-efficient</a:t>
            </a:r>
          </a:p>
          <a:p>
            <a:r>
              <a:rPr lang="en-US" dirty="0"/>
              <a:t>Multi-turn conversation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C4CBC8-DAD2-3DBF-229B-19FCFF527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4/6/2026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33E8F3-9135-7735-EFFC-94CDEFD5E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68DF28-62BF-5789-4DC5-12F40541C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876E2D6-91B2-A426-A8B6-7A673B440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704" y="1498209"/>
            <a:ext cx="5073744" cy="455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46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Thank you for listening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491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10864</TotalTime>
  <Words>557</Words>
  <Application>Microsoft Office PowerPoint</Application>
  <PresentationFormat>와이드스크린</PresentationFormat>
  <Paragraphs>104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Aptos</vt:lpstr>
      <vt:lpstr>Arial</vt:lpstr>
      <vt:lpstr>Times New Roman</vt:lpstr>
      <vt:lpstr>Office 테마</vt:lpstr>
      <vt:lpstr>VisionZip: Longer is Better but Not Necessary in Vision Language Models</vt:lpstr>
      <vt:lpstr>PowerPoint 프레젠테이션</vt:lpstr>
      <vt:lpstr>Problem</vt:lpstr>
      <vt:lpstr>PowerPoint 프레젠테이션</vt:lpstr>
      <vt:lpstr>Redundancy Observation</vt:lpstr>
      <vt:lpstr>VisionZip</vt:lpstr>
      <vt:lpstr>Dominant Token Selection</vt:lpstr>
      <vt:lpstr>Contextual Token Merging</vt:lpstr>
      <vt:lpstr>Efficient Tuning</vt:lpstr>
      <vt:lpstr>Experimental Results</vt:lpstr>
      <vt:lpstr>Experimental Results</vt:lpstr>
      <vt:lpstr>Experimental Results</vt:lpstr>
      <vt:lpstr>Experimental Results</vt:lpstr>
      <vt:lpstr>Experimental Results</vt:lpstr>
      <vt:lpstr>Analysis - Redundancy</vt:lpstr>
      <vt:lpstr>Analysis - Outperform</vt:lpstr>
      <vt:lpstr>Analysis - Novelty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 Model &amp; Determining Trained</dc:title>
  <dc:creator>김 승환</dc:creator>
  <cp:lastModifiedBy>김승환</cp:lastModifiedBy>
  <cp:revision>701</cp:revision>
  <dcterms:created xsi:type="dcterms:W3CDTF">2023-01-19T17:39:48Z</dcterms:created>
  <dcterms:modified xsi:type="dcterms:W3CDTF">2026-04-06T05:47:01Z</dcterms:modified>
</cp:coreProperties>
</file>
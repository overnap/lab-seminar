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328" r:id="rId3"/>
    <p:sldId id="329" r:id="rId4"/>
    <p:sldId id="347" r:id="rId5"/>
    <p:sldId id="361" r:id="rId6"/>
    <p:sldId id="348" r:id="rId7"/>
    <p:sldId id="362" r:id="rId8"/>
    <p:sldId id="363" r:id="rId9"/>
    <p:sldId id="364" r:id="rId10"/>
    <p:sldId id="365" r:id="rId11"/>
    <p:sldId id="378" r:id="rId12"/>
    <p:sldId id="368" r:id="rId13"/>
    <p:sldId id="367" r:id="rId14"/>
    <p:sldId id="369" r:id="rId15"/>
    <p:sldId id="380" r:id="rId16"/>
    <p:sldId id="373" r:id="rId17"/>
    <p:sldId id="372" r:id="rId18"/>
    <p:sldId id="370" r:id="rId19"/>
    <p:sldId id="371" r:id="rId20"/>
    <p:sldId id="374" r:id="rId21"/>
    <p:sldId id="375" r:id="rId22"/>
    <p:sldId id="377" r:id="rId23"/>
    <p:sldId id="379" r:id="rId24"/>
    <p:sldId id="327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E999-9D79-451D-AA64-C7E198F34856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EE5CA-28BF-4C09-A261-D7B8DC04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843D9-BBE1-666A-684E-95A5B3239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862590-7793-E4DC-9848-D70C57902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B5594-B36F-550C-87AA-872D160B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632-7EF8-4694-B395-BC4AA4492B96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DF123-83AF-B827-F60D-F07C3431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D8016-B96A-EA99-8CA4-2F07CB35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41846-A3C4-66BE-C19B-426B1493C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 err="1"/>
              <a:t>Titl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1C5572-D860-474C-3FA5-5E30E8F3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DAD4A-25E5-4A46-10C7-7DC6F9A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01BD3-8305-43B3-9923-257FBF17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B44BB-CE6C-823A-1547-8233127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830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1690-CD05-4B40-37BD-737F6C4B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424CA2-E3AC-3DB7-5EA0-BCCFBFD7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75187-6338-EB7F-84C2-A8DFDBA5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1B1B-2377-484C-AE5F-2482D325568D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116DC-C2D2-17FD-0670-4018A04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9505-77F3-973A-4A77-407A7D10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2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71688-7777-D341-8BE2-B080030C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6C86A-D334-9460-D672-B469FF474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F012F-B037-6BC0-DCEC-41C4F997C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74B44-9A1F-1A00-7071-B7A0D8F9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01A2-46DF-4BFF-9016-C8103CEDFB81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D2EE9-C27C-2D74-C73E-A37EEB3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CC3845-FA21-6B62-D010-5AFE32EA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5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A7400-0404-7A85-2E7E-032869E1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A737AF-1D5B-C0D9-87FA-4C1B726F8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A33EE-9A1D-AB71-3288-76B57DFA9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3D09D-7D5A-ABE8-DE38-113722A78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84B54F-E9B1-D2C4-EC9A-A7DC1D458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8A019-7B32-D688-0429-54BDB5A9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08F3-A94B-4B80-B11C-3E927B27F2B8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1D7954-2837-A14F-9B6C-076BD5F2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B908F5-F72E-9604-D306-DD32A042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1B86-EBE2-0F57-090C-C31ACA79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7053E8-F883-E4FE-AE74-EAD091EE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3BB6-D684-4DF5-B5F0-CCFDC51A617B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C7B020-F6E2-6C53-D638-67BAA47B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64D6A-08B3-7E5C-D2B6-F9A83DBD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9B6784-24C4-FD43-CC24-A65B3BF3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D348-75BB-4FFE-A28E-8CED510818E6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28DAE8-9990-66D8-F5E0-00F83A6E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4574D-AE4B-6ACA-30E6-5BEF9C38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4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096AC-8778-2324-A216-02EA2B7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6749C-BFA7-E361-D0A8-12DF99A3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FB7CF-8E79-4D8C-1C94-05BCE7C6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CADF7-23A1-E5F4-CC89-52E73F54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788B-E27C-4361-9F1C-F5324F7742D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85F17-A3BF-7343-5350-697CE9FB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DA9AE-1B19-89FA-ADAD-7F7E345E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6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D8925-5F77-79D9-978F-933303C4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5858C2-0CBE-DB93-826B-B8F0A60A0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916A2-7F4C-4213-A59D-9A6AC9D24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7B87D-17FA-2955-5560-AF994A73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440-C9FD-4F99-90BA-78EFFB603E89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5E172-8C53-896B-03D0-18189115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5A806D-5830-CB0B-19AE-8BC7CE3A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5BE68-DACB-517B-3599-DEA0857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A12748-1AFA-BCD3-2832-DBC0E015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B65E9-6AA9-EA17-BAA6-E2879984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198C-CCE9-460E-AED7-4A9395234AFF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07831-DE17-1D7C-798E-71E628A6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E0FA4-F72C-A75A-3309-34C725BD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93F05D-9D7F-0113-A82F-B9933690A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F68516-4C05-0C13-7E89-B7818AA4F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E97CB8-660C-2EC4-45A1-F733832E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4432-EBCE-4AAB-A7BA-6A72C50DCDD2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D62C1-191F-FBBB-783F-30323705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CC41C-E7FB-5CD5-F05E-F9A0123B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1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8E3F1-AC57-A1DB-19D3-B33ADE93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BD850F-97E2-EFEC-FA26-4E7BB682D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08438-D9C2-83FB-7F99-A83A8D6C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36EF872-42A0-4E78-9488-31172969FC5A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7D593-7453-216C-9AD2-F38172F88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A6965-E14F-BC2D-ED1F-9D4D0E79E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A7F9607-BA5C-406C-B8F1-9CD34989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429" y="1122363"/>
            <a:ext cx="9289142" cy="2387600"/>
          </a:xfrm>
        </p:spPr>
        <p:txBody>
          <a:bodyPr>
            <a:normAutofit/>
          </a:bodyPr>
          <a:lstStyle/>
          <a:p>
            <a:r>
              <a:rPr lang="en-US" sz="4000" dirty="0"/>
              <a:t>On the Consistency of Video Large Language Models in Temporal Comprehension</a:t>
            </a:r>
            <a:endParaRPr lang="ko-KR" altLang="en-US" sz="4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2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38005-DB0F-0C19-1B25-DF2237A1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40B2D6-CFB5-8C80-B6E9-C80230CB5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Jung, Minjoon, et al. "On the consistency of video large language models in temporal comprehension." Proceedings of the Computer Vision and Pattern Recognition Conference. 2025.</a:t>
            </a:r>
          </a:p>
          <a:p>
            <a:r>
              <a:rPr lang="en-US" dirty="0"/>
              <a:t>CVPR ’25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165DB-AB15-921C-7AE1-D3E77922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50577-B2A1-46A2-AF02-CB9AFBA5B938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092160-3D32-3464-F227-BF2C2D7F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0F7703-AD2B-4CDD-91E3-B5BAF338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7412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85EA3-BB67-E7B2-C6D9-C200399F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F6125-4DE0-93F8-FDB0-3BA37DDE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0B3752-81EB-FADD-DA66-60F97307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5B22A2-762B-4BA1-3251-FC84A3961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7FD640-886F-93C8-EE13-1B3F6430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F995866-3371-DB87-D680-AD15572DB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543" y="1471083"/>
            <a:ext cx="4141857" cy="48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69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DFC2-82D4-B337-8C0D-2D2561D6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BC502-4110-40CA-A069-8AFB2FA2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55592-B394-F548-2C1E-0DEAE23FA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Especially for fine-grained tasks, they are not robust and reliable!</a:t>
            </a:r>
          </a:p>
          <a:p>
            <a:r>
              <a:rPr lang="en-US" dirty="0"/>
              <a:t>Consider </a:t>
            </a:r>
            <a:r>
              <a:rPr lang="en-US" i="1" dirty="0"/>
              <a:t>consistency</a:t>
            </a:r>
            <a:r>
              <a:rPr lang="en-US" dirty="0"/>
              <a:t> as an important indicator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0D259E-3382-1112-C65F-A6F4653E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5D2EF-65A8-6998-AB6F-19D1AEE7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D154CF-D9B6-9C0C-08DC-9529F100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130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889A-7022-A25A-DCDE-9043639B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5733E-F050-BEB4-56DD-F632D7646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B3D9A6-DF11-672A-5056-572E11DFA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Propose </a:t>
            </a:r>
            <a:r>
              <a:rPr lang="en-US" i="1" dirty="0"/>
              <a:t>consistency</a:t>
            </a:r>
            <a:r>
              <a:rPr lang="en-US" dirty="0"/>
              <a:t> as an important indicator</a:t>
            </a:r>
          </a:p>
          <a:p>
            <a:r>
              <a:rPr lang="en-US" dirty="0"/>
              <a:t>Consistency evaluation on existing models</a:t>
            </a:r>
          </a:p>
          <a:p>
            <a:r>
              <a:rPr lang="en-US" dirty="0"/>
              <a:t>Achieving not only high consistency but also SOTA with fine tuning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F94B62-7388-54AB-292B-22A87501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DFD1B4-8BDD-10F7-5454-B1EB68F1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7A310-A2D8-C1CE-51FF-DD7662F3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828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6F363-8FD1-FBDE-B4C3-03A8D5BA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Probes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902878-D649-29C8-71FC-D6D1F94D2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video temporal grounding (VTG)</a:t>
            </a:r>
          </a:p>
          <a:p>
            <a:r>
              <a:rPr lang="en-US" dirty="0"/>
              <a:t>Rephrased Grounding</a:t>
            </a:r>
          </a:p>
          <a:p>
            <a:r>
              <a:rPr lang="en-US" dirty="0"/>
              <a:t>Shifted Grounding</a:t>
            </a:r>
          </a:p>
          <a:p>
            <a:r>
              <a:rPr lang="en-US" dirty="0"/>
              <a:t>Holistic Verification</a:t>
            </a:r>
          </a:p>
          <a:p>
            <a:r>
              <a:rPr lang="en-US" dirty="0"/>
              <a:t>Compositional Verification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8AC51-CE5A-E977-1B0B-3B0E673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B19368-B9AC-7CC4-FB56-5D4ACE2F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C5665D-687E-7CBC-BD4D-645A709C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3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0F047-A4D2-C022-27DB-9EB78155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Probes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9BC81F-B527-0010-A464-20DFB628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A00AD1-6C29-78F9-2573-1AA2187A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729D4C-49E4-71AD-F6F8-532D6334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F0991F-1A77-1878-AF21-86AE74B77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56" y="1453039"/>
            <a:ext cx="9904688" cy="490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23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9990A-9175-5158-67AC-A49D4604E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0335A0-96D3-7D5A-D1E2-48A072E9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60CB9F-76D5-21A3-46A3-9375ADAF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Charades-CON and </a:t>
            </a:r>
            <a:r>
              <a:rPr lang="en-US" dirty="0" err="1"/>
              <a:t>ActivityNet</a:t>
            </a:r>
            <a:r>
              <a:rPr lang="en-US" dirty="0"/>
              <a:t>-CON</a:t>
            </a:r>
          </a:p>
          <a:p>
            <a:r>
              <a:rPr lang="en-US" dirty="0"/>
              <a:t>Based on</a:t>
            </a:r>
          </a:p>
          <a:p>
            <a:pPr lvl="1"/>
            <a:r>
              <a:rPr lang="en-US" dirty="0"/>
              <a:t>Charades-STA (avg. 30s)</a:t>
            </a:r>
          </a:p>
          <a:p>
            <a:pPr lvl="1"/>
            <a:r>
              <a:rPr lang="en-US" dirty="0" err="1"/>
              <a:t>ActivityNet</a:t>
            </a:r>
            <a:r>
              <a:rPr lang="en-US" dirty="0"/>
              <a:t>-Captions (avg. 120s)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4E5FE3-36B7-E237-F6C9-5095C1FC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B09A45-67C8-020C-0039-C1909B7A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15B645-A845-1AB4-D581-915FADA6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120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0C3B-70DC-2407-C3B5-DE60A2E7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9F2B8-8BDE-77AC-F43F-68713D39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3BEA08-5D93-0837-88FD-44603FC1F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&amp; Filter (too short queries, too short or long interval, etc.)</a:t>
            </a:r>
          </a:p>
          <a:p>
            <a:r>
              <a:rPr lang="en-US" dirty="0"/>
              <a:t>Generate using strong LLM (i.e., GPT-4o-mini)</a:t>
            </a:r>
          </a:p>
          <a:p>
            <a:pPr lvl="1"/>
            <a:r>
              <a:rPr lang="en-US" dirty="0"/>
              <a:t>Aligned and misaligned query, with word rep., active to passive, &amp; order mod.</a:t>
            </a:r>
          </a:p>
          <a:p>
            <a:pPr lvl="1"/>
            <a:r>
              <a:rPr lang="en-US" dirty="0"/>
              <a:t>Compositional query, with subject ident., action, &amp; relations</a:t>
            </a:r>
          </a:p>
          <a:p>
            <a:r>
              <a:rPr lang="en-US" dirty="0"/>
              <a:t>Evaluate by humans</a:t>
            </a:r>
          </a:p>
          <a:p>
            <a:pPr lvl="1"/>
            <a:r>
              <a:rPr lang="en-US" dirty="0"/>
              <a:t>(1) Not matched (2) Matched (3) Well-matched</a:t>
            </a:r>
          </a:p>
          <a:p>
            <a:pPr lvl="1"/>
            <a:r>
              <a:rPr lang="en-US" dirty="0"/>
              <a:t>92.2% of (3) and 6.4% of (2)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677F1D-B750-239F-26F6-BCDB2A40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64CA00-D59C-7615-9B0B-D72B8167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71C5D4-DA63-1656-6C9B-49A0FFA4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71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36DE8-51E4-5513-B7B9-2FD6A8E9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VTune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973356-1CF8-DCF1-61EC-3EE3CABCD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Proposed method, </a:t>
            </a:r>
            <a:r>
              <a:rPr lang="en-US" dirty="0" err="1"/>
              <a:t>VTune</a:t>
            </a:r>
            <a:r>
              <a:rPr lang="en-US" dirty="0"/>
              <a:t>, outperforming existing instruction tuning</a:t>
            </a:r>
          </a:p>
          <a:p>
            <a:r>
              <a:rPr lang="en-US" dirty="0"/>
              <a:t>Based on instruction tuning,</a:t>
            </a:r>
          </a:p>
          <a:p>
            <a:r>
              <a:rPr lang="en-US" dirty="0"/>
              <a:t>Add event verification query and time verification query</a:t>
            </a:r>
          </a:p>
          <a:p>
            <a:endParaRPr lang="en-US" dirty="0"/>
          </a:p>
          <a:p>
            <a:r>
              <a:rPr lang="en-US" dirty="0"/>
              <a:t>Not only does it increase consistency, it also improves performance</a:t>
            </a:r>
          </a:p>
          <a:p>
            <a:r>
              <a:rPr lang="en-US" dirty="0"/>
              <a:t>Existing methods are very sensitive to architecture,</a:t>
            </a:r>
          </a:p>
          <a:p>
            <a:r>
              <a:rPr lang="en-US" dirty="0" err="1"/>
              <a:t>VTune</a:t>
            </a:r>
            <a:r>
              <a:rPr lang="en-US" dirty="0"/>
              <a:t> generally works well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FF8D55-3B60-5420-254C-84C75EE6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743EBC-52AD-5B2D-90F2-99BD30E9B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30131-708E-899E-0F56-51FF61AA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361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034B2-779F-FAC6-C3B9-5CB861403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CC75F-B726-04CF-8579-E85D32779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VTune</a:t>
            </a:r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3CC764-2578-CAD5-FBBB-54CFE4B0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37C15-ABEC-5363-F56C-80039CC50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C5CE55-B924-26A7-1D8E-FDC1FFCC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60A8128-5B0C-313D-9371-0D18E56B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464" y="455284"/>
            <a:ext cx="4581071" cy="576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47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27C95-FDD8-7B21-B529-72AADD801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350131-C67C-1A2A-4650-6682CD281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Recall@1, </a:t>
            </a:r>
            <a:r>
              <a:rPr lang="en-US" dirty="0" err="1"/>
              <a:t>IoU</a:t>
            </a:r>
            <a:r>
              <a:rPr lang="en-US" dirty="0"/>
              <a:t>=0.5</a:t>
            </a:r>
          </a:p>
          <a:p>
            <a:r>
              <a:rPr lang="en-US" dirty="0"/>
              <a:t>Also report </a:t>
            </a:r>
            <a:r>
              <a:rPr lang="en-US" dirty="0" err="1"/>
              <a:t>IoU</a:t>
            </a:r>
            <a:r>
              <a:rPr lang="en-US" dirty="0"/>
              <a:t> with the primary task as a consistency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D17509-7049-D7AD-D521-80A68789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4A81D-F229-BFD1-A328-D20D00A25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836BF-E504-CCF2-D32B-514FB202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399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A54C-633E-AB49-2728-B4D7F51D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F26B3-4510-DB41-984C-9A970964C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DE4DD-1BC4-D2C9-6892-8019979F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D67965-494D-B47D-26B9-14BCFE9C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3ECCBF-5059-6C0D-524A-6686CAF5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6F2D00-D69B-DC89-58AE-A2102FE5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86" y="1495955"/>
            <a:ext cx="8312227" cy="46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65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40D1C-0304-C99F-6B8B-0C54DAF98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FD6179-1CB2-0866-5746-A423B4C6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5DD677-E190-7BE0-F4CE-5EA66E11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59ED95-1B68-6CFF-F880-078DF139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D6FCA3-E032-CD5D-A884-A6EACFB29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57235"/>
            <a:ext cx="11125200" cy="429040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43E923B-EABC-C402-4D91-6EE4B6D9C97E}"/>
              </a:ext>
            </a:extLst>
          </p:cNvPr>
          <p:cNvSpPr/>
          <p:nvPr/>
        </p:nvSpPr>
        <p:spPr>
          <a:xfrm>
            <a:off x="638151" y="4075814"/>
            <a:ext cx="999264" cy="1657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4C3F52-E4D1-0D26-BC35-6BC017B2F075}"/>
              </a:ext>
            </a:extLst>
          </p:cNvPr>
          <p:cNvSpPr/>
          <p:nvPr/>
        </p:nvSpPr>
        <p:spPr>
          <a:xfrm>
            <a:off x="698402" y="3346126"/>
            <a:ext cx="1506082" cy="1657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86874E-5228-7ABC-098C-D8AC718BC892}"/>
              </a:ext>
            </a:extLst>
          </p:cNvPr>
          <p:cNvSpPr/>
          <p:nvPr/>
        </p:nvSpPr>
        <p:spPr>
          <a:xfrm>
            <a:off x="659416" y="2285933"/>
            <a:ext cx="1849867" cy="1657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59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104E-242B-CF5B-412C-AC8295E6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A0915-F225-1B16-05BB-DCC99428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15DCF-7687-D901-59DE-D4813D06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AD41FC-5DC6-70C5-5CF7-0704A79F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04B6C6-A226-5473-FC6A-3A17D6F08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4EB093-103F-6598-7921-7CAE8D8C0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57235"/>
            <a:ext cx="11125200" cy="429040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AAD0A2-B5E8-2FBF-63B0-4C363EE66377}"/>
              </a:ext>
            </a:extLst>
          </p:cNvPr>
          <p:cNvSpPr/>
          <p:nvPr/>
        </p:nvSpPr>
        <p:spPr>
          <a:xfrm>
            <a:off x="4671434" y="2040467"/>
            <a:ext cx="753533" cy="2599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01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337C-185F-D4B9-E84A-698CEA60A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83A57-A062-835F-1979-29658786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062B84-6C76-D108-56FD-EF6BEB9C2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4A368D-A331-BBDF-D2EF-FDF750B4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5D2A2-4DA6-A007-0111-210DA3B3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D3784A-BF0E-4C9C-47D5-16C6A5383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57235"/>
            <a:ext cx="11125200" cy="429040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4190936-6F58-0DB8-E562-76EEC9B9DC89}"/>
              </a:ext>
            </a:extLst>
          </p:cNvPr>
          <p:cNvSpPr/>
          <p:nvPr/>
        </p:nvSpPr>
        <p:spPr>
          <a:xfrm>
            <a:off x="5444067" y="2040467"/>
            <a:ext cx="753533" cy="2599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40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36C5-A837-482C-AC5A-B87F9FD6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CF7CCB-C290-92C8-2FEE-3851F6F4C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0" t="45327" b="19962"/>
          <a:stretch>
            <a:fillRect/>
          </a:stretch>
        </p:blipFill>
        <p:spPr>
          <a:xfrm>
            <a:off x="7659240" y="101831"/>
            <a:ext cx="3788482" cy="15888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F0E9149-5017-5E4F-B1E8-77021818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60D55-C643-5169-2A63-EA5CAD4D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F32B9-04AA-5638-6BBF-48FF8B8B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60EAF-D658-569A-2A23-501E3A35D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995C2BC-A36C-B176-7C64-731D77D89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57235"/>
            <a:ext cx="11125200" cy="429040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B56416A-E3C6-7D7B-A2DD-D15034956804}"/>
              </a:ext>
            </a:extLst>
          </p:cNvPr>
          <p:cNvSpPr/>
          <p:nvPr/>
        </p:nvSpPr>
        <p:spPr>
          <a:xfrm>
            <a:off x="6556744" y="2445488"/>
            <a:ext cx="326065" cy="21942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21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5387B-56E3-3723-E7C2-C6E28B97F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067C8E3-F5E1-D0C3-6A70-5B2E31AFD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93" y="1607213"/>
            <a:ext cx="10171814" cy="451116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510E90-B141-00DF-4B60-2E63D59E5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E625C-4D1D-4106-7B78-0D7879395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8234DF-0EE6-7E1A-9BE6-DEB2B168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B49D80-F874-E133-2273-B61B1152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413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941D-D231-353F-BA53-21C6018C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C5E53F3-9BF1-8DEF-2DDF-50D19A8DC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21" y="1734434"/>
            <a:ext cx="11242158" cy="376360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C3625-8B25-E8BE-A150-EEE02FEF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DE7B67-0314-D66C-4347-754A783F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EDB56C-23C8-F2B8-75BA-B6457E985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A0FDA-D35E-72DB-3A3A-A8265A40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41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40CFB-E29A-D408-76E8-937308532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3CFC4-B2CD-CE55-D52F-F4EE4E7E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E951D4-40BD-AC78-1D2F-E360B241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B37FD9-DD15-E27A-007A-5AB5C4D7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025403-FA83-83F3-F020-C3C4FD49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389CBA-ACF4-9CEF-4966-9250468D4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1725"/>
            <a:ext cx="4915588" cy="35298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121E5A-4127-43E7-D6E2-39FA26467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72283"/>
            <a:ext cx="5634128" cy="25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70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BA3B4-E1E6-9B7F-C794-99F364977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F1C7E-F840-6B0D-3D78-47F7EEAC4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EC49B-E860-6E76-D59F-FEF74C706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A80EB8-5FDE-9362-D0DD-2CCD961C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4B684E-D19B-4264-F13D-DC1D9D93C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FF4F03-5D43-268A-8E1D-BC15DC550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86" y="1495955"/>
            <a:ext cx="8312227" cy="46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11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F1BEE-5834-60C5-98B4-98F26CE9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5E9AB-F3CB-E13C-2595-F9A3D39A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A1D3AC-3B9A-153F-9D4E-E553B2E33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965EB7-94B7-AF31-912B-DEDAAA78E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B2A95A-3ACD-39D7-6909-1BD9BB76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FC58F5-4C50-B4CE-65BA-5F8A1AD06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724" y="0"/>
            <a:ext cx="5894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89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65A6F-AF32-0C23-FCF6-D4E2481B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B991C-63F1-6F55-00D9-F2CE58C79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 seems like a general purpose model but has overfitting problem</a:t>
            </a:r>
          </a:p>
          <a:p>
            <a:r>
              <a:rPr lang="en-US" dirty="0"/>
              <a:t>Tendency to rely on verbal cues rather than visual information</a:t>
            </a:r>
          </a:p>
          <a:p>
            <a:r>
              <a:rPr lang="en-US" dirty="0"/>
              <a:t>We can improve performance even with small data, by augmentations</a:t>
            </a:r>
          </a:p>
          <a:p>
            <a:r>
              <a:rPr lang="en-US" dirty="0" err="1"/>
              <a:t>VTune</a:t>
            </a:r>
            <a:r>
              <a:rPr lang="en-US" dirty="0"/>
              <a:t> (a simple verification query, in fact) in this paper is one such example</a:t>
            </a:r>
          </a:p>
          <a:p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4B4179-BDFC-CCDE-19B6-D8A1662E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7/8/2025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6FC898-4E80-8C8E-0574-22C7BE48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3990F2-6C43-25E3-4E92-BF6B2BBF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469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Thank you for listening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91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10406</TotalTime>
  <Words>441</Words>
  <Application>Microsoft Office PowerPoint</Application>
  <PresentationFormat>와이드스크린</PresentationFormat>
  <Paragraphs>128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Aptos</vt:lpstr>
      <vt:lpstr>Arial</vt:lpstr>
      <vt:lpstr>Times New Roman</vt:lpstr>
      <vt:lpstr>Office 테마</vt:lpstr>
      <vt:lpstr>On the Consistency of Video Large Language Models in Temporal Comprehension</vt:lpstr>
      <vt:lpstr>Paper</vt:lpstr>
      <vt:lpstr>Problem Setting</vt:lpstr>
      <vt:lpstr>Problem Setting</vt:lpstr>
      <vt:lpstr>Contributions</vt:lpstr>
      <vt:lpstr>Consistency Probes</vt:lpstr>
      <vt:lpstr>Consistency Probes</vt:lpstr>
      <vt:lpstr>Dataset</vt:lpstr>
      <vt:lpstr>Dataset</vt:lpstr>
      <vt:lpstr>VTune</vt:lpstr>
      <vt:lpstr>VTune</vt:lpstr>
      <vt:lpstr>Experiment</vt:lpstr>
      <vt:lpstr>Experiment</vt:lpstr>
      <vt:lpstr>Results</vt:lpstr>
      <vt:lpstr>Results</vt:lpstr>
      <vt:lpstr>Results</vt:lpstr>
      <vt:lpstr>Results</vt:lpstr>
      <vt:lpstr>Results</vt:lpstr>
      <vt:lpstr>Results</vt:lpstr>
      <vt:lpstr>Results</vt:lpstr>
      <vt:lpstr>Qualitative</vt:lpstr>
      <vt:lpstr>Qualitative</vt:lpstr>
      <vt:lpstr>Takeaways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Model &amp; Determining Trained</dc:title>
  <dc:creator>김 승환</dc:creator>
  <cp:lastModifiedBy>김승환</cp:lastModifiedBy>
  <cp:revision>651</cp:revision>
  <dcterms:created xsi:type="dcterms:W3CDTF">2023-01-19T17:39:48Z</dcterms:created>
  <dcterms:modified xsi:type="dcterms:W3CDTF">2025-07-08T06:32:19Z</dcterms:modified>
</cp:coreProperties>
</file>
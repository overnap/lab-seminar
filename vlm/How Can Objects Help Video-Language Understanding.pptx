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328" r:id="rId3"/>
    <p:sldId id="347" r:id="rId4"/>
    <p:sldId id="405" r:id="rId5"/>
    <p:sldId id="406" r:id="rId6"/>
    <p:sldId id="361" r:id="rId7"/>
    <p:sldId id="407" r:id="rId8"/>
    <p:sldId id="408" r:id="rId9"/>
    <p:sldId id="409" r:id="rId10"/>
    <p:sldId id="411" r:id="rId11"/>
    <p:sldId id="410" r:id="rId12"/>
    <p:sldId id="412" r:id="rId13"/>
    <p:sldId id="414" r:id="rId14"/>
    <p:sldId id="413" r:id="rId15"/>
    <p:sldId id="416" r:id="rId16"/>
    <p:sldId id="417" r:id="rId17"/>
    <p:sldId id="415" r:id="rId18"/>
    <p:sldId id="418" r:id="rId19"/>
    <p:sldId id="419" r:id="rId20"/>
    <p:sldId id="420" r:id="rId21"/>
    <p:sldId id="327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BE999-9D79-451D-AA64-C7E198F3485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EE5CA-28BF-4C09-A261-D7B8DC04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843D9-BBE1-666A-684E-95A5B3239B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Hello World!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862590-7793-E4DC-9848-D70C57902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B5594-B36F-550C-87AA-872D160B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632-7EF8-4694-B395-BC4AA4492B96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ADF123-83AF-B827-F60D-F07C3431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FD8016-B96A-EA99-8CA4-2F07CB35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49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41846-A3C4-66BE-C19B-426B1493C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 err="1"/>
              <a:t>Titl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1C5572-D860-474C-3FA5-5E30E8F39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FDAD4A-25E5-4A46-10C7-7DC6F9AF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901BD3-8305-43B3-9923-257FBF17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B44BB-CE6C-823A-1547-82331277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830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01690-CD05-4B40-37BD-737F6C4B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424CA2-E3AC-3DB7-5EA0-BCCFBFD70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75187-6338-EB7F-84C2-A8DFDBA5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1B1B-2377-484C-AE5F-2482D325568D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116DC-C2D2-17FD-0670-4018A045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D9505-77F3-973A-4A77-407A7D10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22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71688-7777-D341-8BE2-B080030C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56C86A-D334-9460-D672-B469FF474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EF012F-B037-6BC0-DCEC-41C4F997C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074B44-9A1F-1A00-7071-B7A0D8F9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201A2-46DF-4BFF-9016-C8103CEDFB81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AD2EE9-C27C-2D74-C73E-A37EEB3C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CC3845-FA21-6B62-D010-5AFE32EA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95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A7400-0404-7A85-2E7E-032869E17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A737AF-1D5B-C0D9-87FA-4C1B726F8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BA33EE-9A1D-AB71-3288-76B57DFA9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53D09D-7D5A-ABE8-DE38-113722A78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84B54F-E9B1-D2C4-EC9A-A7DC1D458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8A019-7B32-D688-0429-54BDB5A9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08F3-A94B-4B80-B11C-3E927B27F2B8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1D7954-2837-A14F-9B6C-076BD5F2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B908F5-F72E-9604-D306-DD32A042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8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B1B86-EBE2-0F57-090C-C31ACA79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7053E8-F883-E4FE-AE74-EAD091EE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3BB6-D684-4DF5-B5F0-CCFDC51A617B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C7B020-F6E2-6C53-D638-67BAA47B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964D6A-08B3-7E5C-D2B6-F9A83DBD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14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9B6784-24C4-FD43-CC24-A65B3BF3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D348-75BB-4FFE-A28E-8CED510818E6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28DAE8-9990-66D8-F5E0-00F83A6E4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C4574D-AE4B-6ACA-30E6-5BEF9C38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47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096AC-8778-2324-A216-02EA2B76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06749C-BFA7-E361-D0A8-12DF99A35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BFB7CF-8E79-4D8C-1C94-05BCE7C60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CCADF7-23A1-E5F4-CC89-52E73F54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788B-E27C-4361-9F1C-F5324F7742D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E85F17-A3BF-7343-5350-697CE9FB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7DA9AE-1B19-89FA-ADAD-7F7E345E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76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D8925-5F77-79D9-978F-933303C46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5858C2-0CBE-DB93-826B-B8F0A60A0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7916A2-7F4C-4213-A59D-9A6AC9D24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77B87D-17FA-2955-5560-AF994A73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440-C9FD-4F99-90BA-78EFFB603E89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B5E172-8C53-896B-03D0-18189115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5A806D-5830-CB0B-19AE-8BC7CE3A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94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5BE68-DACB-517B-3599-DEA08575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A12748-1AFA-BCD3-2832-DBC0E015E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7B65E9-6AA9-EA17-BAA6-E2879984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9198C-CCE9-460E-AED7-4A9395234AFF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807831-DE17-1D7C-798E-71E628A6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E0FA4-F72C-A75A-3309-34C725BD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60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93F05D-9D7F-0113-A82F-B9933690A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F68516-4C05-0C13-7E89-B7818AA4F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E97CB8-660C-2EC4-45A1-F733832E1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4432-EBCE-4AAB-A7BA-6A72C50DCDD2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BD62C1-191F-FBBB-783F-30323705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3CC41C-E7FB-5CD5-F05E-F9A0123B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13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68E3F1-AC57-A1DB-19D3-B33ADE93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BD850F-97E2-EFEC-FA26-4E7BB682D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08438-D9C2-83FB-7F99-A83A8D6C8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36EF872-42A0-4E78-9488-31172969FC5A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7D593-7453-216C-9AD2-F38172F88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DA6965-E14F-BC2D-ED1F-9D4D0E79E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A7F9607-BA5C-406C-B8F1-9CD34989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39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429" y="1122363"/>
            <a:ext cx="9289142" cy="2387600"/>
          </a:xfrm>
        </p:spPr>
        <p:txBody>
          <a:bodyPr>
            <a:normAutofit/>
          </a:bodyPr>
          <a:lstStyle/>
          <a:p>
            <a:r>
              <a:rPr lang="en-US" sz="4400" b="1" dirty="0"/>
              <a:t>How Can Objects Help</a:t>
            </a:r>
            <a:br>
              <a:rPr lang="en-US" sz="4400" b="1" dirty="0"/>
            </a:br>
            <a:r>
              <a:rPr lang="en-US" sz="4400" b="1" dirty="0"/>
              <a:t>Video-Language Understanding?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20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38005-DB0F-0C19-1B25-DF2237A1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40B2D6-CFB5-8C80-B6E9-C80230CB5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ICCV ’25</a:t>
            </a:r>
          </a:p>
          <a:p>
            <a:r>
              <a:rPr lang="en-US" dirty="0"/>
              <a:t>The results are more interesting than the method itself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2165DB-AB15-921C-7AE1-D3E779226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50577-B2A1-46A2-AF02-CB9AFBA5B938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092160-3D32-3464-F227-BF2C2D7F0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0F7703-AD2B-4CDD-91E3-B5BAF338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6C08837-C57A-F947-E0D9-DF27D742B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993" y="3095847"/>
            <a:ext cx="9412013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12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DFC2-82D4-B337-8C0D-2D2561D6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BC502-4110-40CA-A069-8AFB2FA2D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55592-B394-F548-2C1E-0DEAE23FA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LLM tends to miss </a:t>
            </a:r>
            <a:r>
              <a:rPr lang="en-US" dirty="0" err="1"/>
              <a:t>spatio</a:t>
            </a:r>
            <a:r>
              <a:rPr lang="en-US" dirty="0"/>
              <a:t>-temporal information</a:t>
            </a:r>
          </a:p>
          <a:p>
            <a:r>
              <a:rPr lang="en-US" dirty="0"/>
              <a:t>And the key to this is motion</a:t>
            </a:r>
          </a:p>
          <a:p>
            <a:r>
              <a:rPr lang="en-US" dirty="0"/>
              <a:t>The basis is Johansson’s biological motion perception experiment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0D259E-3382-1112-C65F-A6F4653E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9766-F5EC-45F7-9B0C-B4149CE6D4DD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5D2EF-65A8-6998-AB6F-19D1AEE7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D154CF-D9B6-9C0C-08DC-9529F100C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130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97BCC-B97B-971C-865F-FCADCE64E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3554E-9BBE-9331-D2D4-51A924610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0A60F6-3C8C-67B2-2A0E-FFAEBF0FA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the other hand, there are two main ways to add new modalities to Multimodal LLM</a:t>
            </a:r>
          </a:p>
          <a:p>
            <a:r>
              <a:rPr lang="en-US" dirty="0"/>
              <a:t>Projection to the token embedding space through fine-tuning</a:t>
            </a:r>
          </a:p>
          <a:p>
            <a:r>
              <a:rPr lang="en-US" dirty="0"/>
              <a:t>Simply convert to text and inject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E2BF-8785-D747-C9AF-1FA1A769E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9766-F5EC-45F7-9B0C-B4149CE6D4DD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4C30A-0063-C921-F449-B67AB3EDB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ABE9CB-AF44-7480-34FE-B79229DE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08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AE5B5-63FC-541D-1048-C4EFE6AFB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9D0EE5-49FE-F6DD-DA1F-E9B14C83A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18A4C-3995-D20A-A670-77BD8144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E585A0-90B7-71E0-AFE9-6D9DB9BF1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4646AF5-3258-6364-5DB3-9AA9078AF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03788"/>
            <a:ext cx="10058400" cy="463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42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8889A-7022-A25A-DCDE-9043639B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5733E-F050-BEB4-56DD-F632D7646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B3D9A6-DF11-672A-5056-572E11DFA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Improving video benchmark performance by injecting bounding box information</a:t>
            </a:r>
          </a:p>
          <a:p>
            <a:r>
              <a:rPr lang="en-US" dirty="0"/>
              <a:t>The experimental results suggest several implications for VLLM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F94B62-7388-54AB-292B-22A87501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9766-F5EC-45F7-9B0C-B4149CE6D4DD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DFD1B4-8BDD-10F7-5454-B1EB68F16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7A310-A2D8-C1CE-51FF-DD7662F37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82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C4D38-F8D2-61A5-8BF1-5BB6B200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392125-96A2-2407-1007-6CAE12BF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F987E4-B809-55A2-DD6F-D6482259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9DEB7F-E112-6250-5B2D-BBCC8565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FA47E9F-660C-9336-6CFB-7E1791097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33" y="1990992"/>
            <a:ext cx="10219267" cy="383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140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AE358-E00D-8259-2279-30E1295CC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2A3D02-7E69-F1CE-9B15-6C7BCB24F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Fine-tuned YOLO-World</a:t>
            </a:r>
          </a:p>
          <a:p>
            <a:r>
              <a:rPr lang="en-US" dirty="0"/>
              <a:t>For each dataset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E47542-05FC-1A7E-6683-E55ADB4FC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6DAF2C-6334-9FE7-47AD-D8F261869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28D853-F513-CBC4-8D94-8C40B0A0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AC3201B-4006-368B-A440-F7D1423EB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037" y="1646238"/>
            <a:ext cx="6277851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655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1641A-63C1-49E7-3513-A47F209ED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E35401-4825-5555-A5F0-A4176DF4F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2AC328-F5E1-A2DB-1645-E1EB674F1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Ablation of language injection and embedding injection</a:t>
            </a:r>
          </a:p>
          <a:p>
            <a:r>
              <a:rPr lang="en-US" dirty="0"/>
              <a:t>Language-based representation</a:t>
            </a:r>
          </a:p>
          <a:p>
            <a:r>
              <a:rPr lang="en-US" dirty="0"/>
              <a:t>Projection to embedding space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E0CED3-3583-F09E-308C-FCDB0CA78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C0B1B1-6AD4-F582-9B90-19B729C21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26D4A9-22C4-F59A-94B2-05DAEC85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E2421B4-E3C6-F23E-7690-4D0C7293F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742" y="3606603"/>
            <a:ext cx="3639058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438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F6AB2-EAC1-DCC7-A72D-D8136235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2FC737-F721-301B-2051-21913D1E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A2E178-E31F-F989-C1CE-42A8E844E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Teach LLM new modalities</a:t>
            </a:r>
          </a:p>
          <a:p>
            <a:r>
              <a:rPr lang="en-US" dirty="0"/>
              <a:t>LLaMA3-8B + CLIP/VIT-L/14</a:t>
            </a:r>
          </a:p>
          <a:p>
            <a:r>
              <a:rPr lang="en-US" dirty="0"/>
              <a:t>Use another LLM (</a:t>
            </a:r>
            <a:r>
              <a:rPr lang="en-US" dirty="0" err="1"/>
              <a:t>LLaVA</a:t>
            </a:r>
            <a:r>
              <a:rPr lang="en-US" dirty="0"/>
              <a:t>) to generate captions</a:t>
            </a:r>
          </a:p>
          <a:p>
            <a:endParaRPr lang="en-US" dirty="0"/>
          </a:p>
          <a:p>
            <a:r>
              <a:rPr lang="en-US" dirty="0"/>
              <a:t>Boost Multimodal LLM by fine-tuning</a:t>
            </a:r>
          </a:p>
          <a:p>
            <a:r>
              <a:rPr lang="en-US" dirty="0"/>
              <a:t>VideoLLaMA2-7B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C862CE-FB4C-A6E1-9900-251722E86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1F5A12-9608-7627-0CE9-82C3A6E39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5A7E52-A39C-07BF-A933-EEB18B91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070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32A61-0965-9277-CF97-57700CFFA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3E896-0A43-4245-7BF5-222B2DE8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D40BEB-1589-D7EB-4691-95C062C8D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5CE464-FC3E-1AF8-3011-BF9B2B5C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540A92-02AC-B792-6EB0-E7BEE3E95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142C22E-3B01-F672-B853-7353EF5B4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325" y="1363132"/>
            <a:ext cx="4140075" cy="480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87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DDE57-F449-1F22-2BB0-F1047AAAE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CFF05-9C81-9517-1227-70BC7A6A1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B6A46C-B1D5-A086-8274-C508FE86D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30EDE6-56C6-9848-6FA7-ED3A46707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60D865-6421-A6DA-2769-C0531348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398E8CE-2CB9-E57E-295C-2E2737FB6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0662"/>
            <a:ext cx="12192000" cy="2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806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B5A48-9A87-B4B7-BE31-BDF5C77DE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148BF-29E0-1BF1-85F5-66D62FFBD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CLEVRER?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B41E5D-5D91-D91B-F7F5-20271268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57D127-E50C-26E3-05B6-A820DEED0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74005B-F2B7-8C67-78FF-40D4CB9E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1026" name="Picture 2" descr="A Hybrid AI Model Lets It Reason about the World's Physics Like a Child |  Department of Physics">
            <a:extLst>
              <a:ext uri="{FF2B5EF4-FFF2-40B4-BE49-F238E27FC236}">
                <a16:creationId xmlns:a16="http://schemas.microsoft.com/office/drawing/2014/main" id="{986E42ED-7499-5746-DC48-A01E9AB0B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566" y="1278465"/>
            <a:ext cx="4986867" cy="498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6155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3888E-7DFB-4192-39D2-A1A82AAF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23920-2012-2A42-14B5-04361D77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10F6EB-A1E6-C3C2-8BFA-DDEEE637A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96C35A-B156-B76F-BDE8-6E59C5F3B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05739E-A9C2-E6C9-6F82-D441F614A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DA4A9A-4964-1B09-87B0-6F0E79B02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11" y="1557076"/>
            <a:ext cx="6830378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59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5724D-7523-8EE7-B15C-5CDD4102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8CE77-EE16-BC0C-C587-195858B8C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183C25-F7F8-F988-1A42-0EA89891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8CC3FB-7F82-7FDB-05F1-C611B71A7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69DF55-9B0A-D1B8-5BFF-D2CFD89AC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FC03EF-0AC4-E52F-FFAF-87F3AB5F8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5329"/>
            <a:ext cx="12192000" cy="232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99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45A284-C381-9C23-47A8-9F0745C80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7139D4-4244-30E2-CFEA-25BF03413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F26849-BB6D-9C55-53C9-12949E10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A193EC-4AA4-C127-D0C4-1FE479E10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560E7B5-0478-D2DF-ECC0-D0B1FF5DE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3653"/>
            <a:ext cx="12192000" cy="347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004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A1DC1-F2D7-B01F-7488-36B7FD5C9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93660-C5A5-4439-74CC-FB2DC8BCE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04F508-F50B-8B32-714B-0E093C354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0CD63C-3FEB-233A-BC17-16E704193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FF2A5C-9DF0-58D3-35F2-F5E7CFAC2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6276401-E8CA-CC63-B9A3-2B7D99565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60" y="1363133"/>
            <a:ext cx="10563140" cy="488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33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C05D3-9E59-BBCD-4283-410928EE0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82876-8ED1-5450-5BAE-B866A881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BBFA0E-9533-B910-B394-DEDAE82D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131EFC-1AE6-636D-3621-C8FC84CA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0DFAA7-EE75-3B22-464C-8136B5BED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2B254B-EACE-1F4D-857A-E268CB7E4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821150"/>
            <a:ext cx="11430000" cy="375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358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BFD0A-19EB-A64F-16B4-930C64D99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E000B-089C-8F70-175B-D03E2D49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A47BC3-B5D4-7089-41BE-9E9B7900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6B1B89-AAA5-EC06-8EDE-C49E261A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504143-6137-93BD-AF2D-098B27D09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0798CA-0E3D-C22B-E0A7-2E704A149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653" y="1940333"/>
            <a:ext cx="6944694" cy="172426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84ACABF-3B58-A17D-29C3-AF8148E94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942" y="4156513"/>
            <a:ext cx="6916115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72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92C66-C71D-BD0B-90FF-7A126088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1214A2-3393-287F-5070-221816550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Implicit (end-to-end training) vs. Explicit (strong human prior)</a:t>
            </a:r>
          </a:p>
          <a:p>
            <a:r>
              <a:rPr lang="en-US" dirty="0"/>
              <a:t>It is common sense that the former is information-rich, while the latter is data-efficient</a:t>
            </a:r>
          </a:p>
          <a:p>
            <a:r>
              <a:rPr lang="en-US" dirty="0"/>
              <a:t>But is the inefficiency of implicit learning so bad that it outweighs its richness?</a:t>
            </a:r>
          </a:p>
          <a:p>
            <a:r>
              <a:rPr lang="en-US" dirty="0"/>
              <a:t>Is it meaningful to add seemingly redundant information as text, like an extension to the human pose?</a:t>
            </a:r>
          </a:p>
          <a:p>
            <a:r>
              <a:rPr lang="en-US" dirty="0"/>
              <a:t>It seems to show the limits of parameter-efficient fine-tuning</a:t>
            </a:r>
          </a:p>
          <a:p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02EF69-898C-E6C6-676E-7C8DB2A6F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67DF2B-607D-591C-F4A2-66DE562AA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80373F-FF28-8E8A-8ED8-BC6C92694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032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Thank you for listening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491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10517</TotalTime>
  <Words>320</Words>
  <Application>Microsoft Office PowerPoint</Application>
  <PresentationFormat>와이드스크린</PresentationFormat>
  <Paragraphs>106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맑은 고딕</vt:lpstr>
      <vt:lpstr>Aptos</vt:lpstr>
      <vt:lpstr>Arial</vt:lpstr>
      <vt:lpstr>Times New Roman</vt:lpstr>
      <vt:lpstr>Office 테마</vt:lpstr>
      <vt:lpstr>How Can Objects Help Video-Language Understanding?</vt:lpstr>
      <vt:lpstr>Paper</vt:lpstr>
      <vt:lpstr>Problem Setting</vt:lpstr>
      <vt:lpstr>Problem Setting</vt:lpstr>
      <vt:lpstr>Problem Setting</vt:lpstr>
      <vt:lpstr>Contributions</vt:lpstr>
      <vt:lpstr>Method</vt:lpstr>
      <vt:lpstr>Method</vt:lpstr>
      <vt:lpstr>Method</vt:lpstr>
      <vt:lpstr>Experiment</vt:lpstr>
      <vt:lpstr>Results</vt:lpstr>
      <vt:lpstr>Results</vt:lpstr>
      <vt:lpstr>CLEVRER?</vt:lpstr>
      <vt:lpstr>Results</vt:lpstr>
      <vt:lpstr>Results</vt:lpstr>
      <vt:lpstr>Results</vt:lpstr>
      <vt:lpstr>Results</vt:lpstr>
      <vt:lpstr>Results</vt:lpstr>
      <vt:lpstr>Results</vt:lpstr>
      <vt:lpstr>Takeaways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 Model &amp; Determining Trained</dc:title>
  <dc:creator>김 승환</dc:creator>
  <cp:lastModifiedBy>김승환</cp:lastModifiedBy>
  <cp:revision>718</cp:revision>
  <dcterms:created xsi:type="dcterms:W3CDTF">2023-01-19T17:39:48Z</dcterms:created>
  <dcterms:modified xsi:type="dcterms:W3CDTF">2025-08-26T05:15:18Z</dcterms:modified>
</cp:coreProperties>
</file>
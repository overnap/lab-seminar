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330" r:id="rId3"/>
    <p:sldId id="331" r:id="rId4"/>
    <p:sldId id="332" r:id="rId5"/>
    <p:sldId id="336" r:id="rId6"/>
    <p:sldId id="333" r:id="rId7"/>
    <p:sldId id="328" r:id="rId8"/>
    <p:sldId id="329" r:id="rId9"/>
    <p:sldId id="334" r:id="rId10"/>
    <p:sldId id="335" r:id="rId11"/>
    <p:sldId id="337" r:id="rId12"/>
    <p:sldId id="338" r:id="rId13"/>
    <p:sldId id="339" r:id="rId14"/>
    <p:sldId id="340" r:id="rId15"/>
    <p:sldId id="341" r:id="rId16"/>
    <p:sldId id="327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/>
              <a:t>Experiment 1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DF692-69F1-10B8-ECDF-E63242E31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EF439-5235-07DE-B2E1-4791FC51B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when solving the Video Temporal Grounding (VTG) task,</a:t>
            </a:r>
          </a:p>
          <a:p>
            <a:r>
              <a:rPr lang="en-US" dirty="0"/>
              <a:t>It would be best to train the Video VLM to be time-aware,</a:t>
            </a:r>
          </a:p>
          <a:p>
            <a:r>
              <a:rPr lang="en-US" dirty="0"/>
              <a:t>Perhaps using time embedding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F22DB-0864-4EDB-6525-442D7E1A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AD37D5-F724-112B-9E8D-0B7228A3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FD2BC-541F-C664-BC96-82D7B04A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411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79C58-25C5-FD74-DF3B-0DB6E871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F4990-5A95-249C-291C-921EE5D29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considering the zero-shot and training-free scenario,</a:t>
            </a:r>
          </a:p>
          <a:p>
            <a:endParaRPr lang="en-US" dirty="0"/>
          </a:p>
          <a:p>
            <a:r>
              <a:rPr lang="en-US" dirty="0"/>
              <a:t>To inject temporal information into the Video VLM, which is not temporally aware,</a:t>
            </a:r>
          </a:p>
          <a:p>
            <a:r>
              <a:rPr lang="en-US" dirty="0"/>
              <a:t>Use an agent-based approach (e.g., split the video into segments and recursively evaluate them, such as tree search or iterative refinement)</a:t>
            </a:r>
          </a:p>
          <a:p>
            <a:r>
              <a:rPr lang="en-US" dirty="0"/>
              <a:t>or an ad-hoc approach (e.g., </a:t>
            </a:r>
            <a:r>
              <a:rPr lang="en-US" dirty="0" err="1"/>
              <a:t>NumPro</a:t>
            </a:r>
            <a:r>
              <a:rPr lang="en-US" dirty="0"/>
              <a:t>, which embeds frame numbers in images to simulate time embeddings)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FCE94-E2B4-8EB2-DB69-7B886497E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D8C3E2-2153-3E84-EEF4-7DE035A6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AF466-2D35-1616-385A-B1FA3063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64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6F82-06E0-8BEB-A41D-E7022C3D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713B3-8F02-C858-DEBA-BAD2E6A9A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38458E-2734-DC24-0679-4FBEEE2F3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considering the zero-shot and training-free scenario,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Caption each frame with the Image VLM, then gather all captions and evaluate them with the LLM or VLM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C2DE1C-3708-2441-F5A6-5179B9BD3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565B7-13E3-6BBF-73A9-82476C58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45229-7159-6F2E-8E5F-DED66267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55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30B5-1E17-8D45-1330-B4C5A583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2E70E-E0BA-5EC6-68F6-FE15EA7D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F0F517-8AAE-1CCD-1F38-994C3BBD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considering the zero-shot and training-free scenario,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Alternatively, ask the system to directly evaluate the match/similarity with the query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FCB376-AFEE-6E11-3283-C21F4B43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270DFF-3F53-4069-D556-FE98CDC8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49F26-320E-F087-2BFC-BFFEE2FD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12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DFFE-C192-28D5-8DD8-A31F2CD4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A26C9B-97CA-FCFC-76B3-2AFA74F7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Setting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A1EABB-B917-29FE-C1E3-604190FB1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However, considering the zero-shot and training-free scenario,</a:t>
            </a:r>
          </a:p>
          <a:p>
            <a:endParaRPr lang="en-US" dirty="0"/>
          </a:p>
          <a:p>
            <a:r>
              <a:rPr lang="en-US" dirty="0"/>
              <a:t>Extract latent features from CLIP or VLM and evaluate the geometric similarity between the image and the query token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7C8FD-5EB3-0B21-0216-F1FFCE683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A90FCD-B598-BFC0-5C5D-22D1CEF5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556102-33FA-4A4F-DC67-BCED80E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7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60159-8BD1-0364-CD17-B7BD694EF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0FA6C9-7F50-A05B-0319-E29C79191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Ultimately, it is impossible to view the video once in zero shot manner</a:t>
            </a:r>
          </a:p>
          <a:p>
            <a:r>
              <a:rPr lang="en-US" dirty="0"/>
              <a:t>It is necessary to look at it densely (frame by frame, or at least clip)</a:t>
            </a:r>
          </a:p>
          <a:p>
            <a:endParaRPr 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70DD6-A5E1-34B8-A60C-4DA1F5332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92B0B-E7CF-2CE6-D79B-4B096DA1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0D5A0-E343-A57A-E415-9E3DE7E1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389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9F69-27E5-4B4E-059F-B76D285B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65C88-5A2C-411A-083A-2AA4011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B3DDF-96F7-6E70-4D8A-1BC9F51A5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 do not like using geometric similarity</a:t>
            </a:r>
          </a:p>
          <a:p>
            <a:r>
              <a:rPr lang="en-US" dirty="0"/>
              <a:t>Unless one trains CLIP/BLIP additionally</a:t>
            </a:r>
          </a:p>
          <a:p>
            <a:r>
              <a:rPr lang="en-US" dirty="0"/>
              <a:t>So I chose dense score, i.e., VLM as a judge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DDCEC-ECD5-0F9F-AC62-6C1BBA0F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6E7B29-3773-4CAE-C008-6AFE4758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C4F76-18A9-DC90-972C-1662720B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13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2940-0D62-C2EA-21CC-FF6C1EF1D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D4BBF-449C-EFC0-ED56-8C3A8F3D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D63A9-D299-73F4-1DB9-B9832420F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its processing of the temporal axis is highly heuristic</a:t>
            </a:r>
          </a:p>
          <a:p>
            <a:r>
              <a:rPr lang="en-US" dirty="0"/>
              <a:t>Specifically,</a:t>
            </a:r>
          </a:p>
          <a:p>
            <a:pPr marL="0" indent="0">
              <a:buNone/>
            </a:pPr>
            <a:r>
              <a:rPr lang="en-US" dirty="0"/>
              <a:t>1. It is difficult to capture temporal information,</a:t>
            </a:r>
          </a:p>
          <a:p>
            <a:pPr marL="0" indent="0">
              <a:buNone/>
            </a:pPr>
            <a:r>
              <a:rPr lang="en-US" dirty="0"/>
              <a:t>2. There is too much redundant information per frame, and</a:t>
            </a:r>
          </a:p>
          <a:p>
            <a:pPr marL="0" indent="0">
              <a:buNone/>
            </a:pPr>
            <a:r>
              <a:rPr lang="en-US" dirty="0"/>
              <a:t>3. There is no “standard” for evaluation, resulting in both large bias and variance, e.g., when asking “answer the matching score for a query as [0, 1]”, how big is a score of 0.5?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AC934-AC24-38C1-9C78-29387A98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A3FDA-EE38-F130-ABD5-DF01315A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85239-72BC-FABC-16C9-C800D1EB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86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2233E-7B90-89EC-D351-98B3F8FA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F866F5-70FC-81F9-35DF-1C5F0B95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useless result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1DCAD-700C-50A9-D244-61D23E023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4FF44C-8AF0-C240-80C8-06E47147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C370E-8B46-7B47-1C87-9515A181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DBF200-47A8-9D92-052E-342200A2D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4471244"/>
            <a:ext cx="8878539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4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D411-992B-C952-8438-9D6778E3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4C6D-5A69-5B24-E88A-41BCE8CC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34612-9A2D-9AC4-01F1-53854A3D6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10 selected videos, R@0.5 = 0.6</a:t>
            </a:r>
          </a:p>
          <a:p>
            <a:r>
              <a:rPr lang="en-US" dirty="0"/>
              <a:t>However, when running the entire dataset, R@0.5 = 0.25.5</a:t>
            </a:r>
          </a:p>
          <a:p>
            <a:pPr lvl="1"/>
            <a:r>
              <a:rPr lang="en-US" dirty="0"/>
              <a:t>Note: Simply put entire video to the backbone is 5.4 / </a:t>
            </a:r>
            <a:r>
              <a:rPr lang="en-US" dirty="0" err="1"/>
              <a:t>NumPro</a:t>
            </a:r>
            <a:r>
              <a:rPr lang="en-US" dirty="0"/>
              <a:t> is 36.8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E31D4-96F9-2A13-58A4-3A5D727A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6E1EA4-0E7D-B831-FA16-0A8245AC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12D30F-09BD-E9C3-29A3-3BA7A6F2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46CE59-B63D-44E7-EAB9-0C65C891B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3502603"/>
            <a:ext cx="886901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146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F5CB-225B-6A26-3295-AFE2F16B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5CE96-B29C-BC92-FDEA-5A2344B1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9DA146-1131-7281-F18C-88433D9FC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human-readable results</a:t>
            </a:r>
          </a:p>
          <a:p>
            <a:r>
              <a:rPr lang="en-US" dirty="0"/>
              <a:t>But similar performance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AC1E5-678B-E2B8-410A-30387171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D9736F-949A-2C02-7F9A-8DE353EFA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A14CB-EF8B-DBEA-3438-ABC63C5A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D0C9A8-BF43-5EFA-AD27-A31A550B9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3333041"/>
            <a:ext cx="8935697" cy="25625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A3F435F-4E1A-9EF2-2449-2BD87F40EB4F}"/>
              </a:ext>
            </a:extLst>
          </p:cNvPr>
          <p:cNvSpPr/>
          <p:nvPr/>
        </p:nvSpPr>
        <p:spPr>
          <a:xfrm>
            <a:off x="1708297" y="4530571"/>
            <a:ext cx="7563294" cy="457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49B8-7A32-AEA1-34FD-E7FDC822C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5B0ABE-EE58-D47D-35AF-41BD0484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B46DD-EBE2-90D3-5769-AD677D67C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Bad post-processing? Possible it can be improved</a:t>
            </a:r>
          </a:p>
          <a:p>
            <a:r>
              <a:rPr lang="en-US" dirty="0"/>
              <a:t>Interpolate </a:t>
            </a:r>
            <a:r>
              <a:rPr lang="en-US" dirty="0" err="1"/>
              <a:t>polynomially</a:t>
            </a:r>
            <a:r>
              <a:rPr lang="en-US" dirty="0"/>
              <a:t> and march from the highest point to 0.5 on either side</a:t>
            </a:r>
          </a:p>
          <a:p>
            <a:endParaRPr lang="en-US" dirty="0"/>
          </a:p>
          <a:p>
            <a:r>
              <a:rPr lang="en-US" dirty="0"/>
              <a:t>However, performance is disappointing considering the high number of iterations required</a:t>
            </a:r>
          </a:p>
          <a:p>
            <a:r>
              <a:rPr lang="en-US" dirty="0"/>
              <a:t>Of course, tokens are used sparingly (8)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1200C5-2C56-361E-B499-918086E2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8D6D17-745C-A3BA-CA72-7DB24FCB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82761-8B2D-E379-B765-34B158C9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155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7A62-88F1-809F-4DEA-154AD3FD8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28BEA-E75A-382B-2115-4A4AEBF7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8FF38-BCEA-FD1C-9A7F-28CB6714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1A23EF-C213-5A12-9F0D-759AAADE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FDBFB3-3297-5B54-35F3-8CF426C2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574D8E2-A04D-3393-D4E2-77A11D534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79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1293-30ED-FE35-B9E3-73E942D5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B5488-00BA-C3B1-C192-6928CD7D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8B03C-DC0F-6CB0-2F38-A26049A8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8/26/2025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D2A5A4-97E7-0142-34DA-F973C058E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6DB3D1-8EFF-5181-FE53-B1E312CB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47CFEC8-A273-96A5-458F-B27B19FD4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experimenting, I have noticed that the first 10% of results are often good, but they get worse as you go further</a:t>
            </a:r>
          </a:p>
          <a:p>
            <a:r>
              <a:rPr lang="en-US" dirty="0"/>
              <a:t>I have looked into it because I thought it might be a coding bug,</a:t>
            </a:r>
          </a:p>
          <a:p>
            <a:r>
              <a:rPr lang="en-US" dirty="0"/>
              <a:t>But it does not seem to be the case…</a:t>
            </a:r>
          </a:p>
          <a:p>
            <a:endParaRPr lang="en-US" dirty="0"/>
          </a:p>
          <a:p>
            <a:r>
              <a:rPr lang="en-US" dirty="0"/>
              <a:t>The Charades test set does not seem very uniform</a:t>
            </a:r>
          </a:p>
          <a:p>
            <a:r>
              <a:rPr lang="en-US" dirty="0"/>
              <a:t>When testing methods using random samples,</a:t>
            </a:r>
          </a:p>
          <a:p>
            <a:r>
              <a:rPr lang="en-US" dirty="0"/>
              <a:t>Consider the later samples as well</a:t>
            </a:r>
          </a:p>
        </p:txBody>
      </p:sp>
    </p:spTree>
    <p:extLst>
      <p:ext uri="{BB962C8B-B14F-4D97-AF65-F5344CB8AC3E}">
        <p14:creationId xmlns:p14="http://schemas.microsoft.com/office/powerpoint/2010/main" val="335870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10512</TotalTime>
  <Words>587</Words>
  <Application>Microsoft Office PowerPoint</Application>
  <PresentationFormat>와이드스크린</PresentationFormat>
  <Paragraphs>105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Aptos</vt:lpstr>
      <vt:lpstr>Arial</vt:lpstr>
      <vt:lpstr>Times New Roman</vt:lpstr>
      <vt:lpstr>Office 테마</vt:lpstr>
      <vt:lpstr>Experiment 1</vt:lpstr>
      <vt:lpstr>Problem Setting</vt:lpstr>
      <vt:lpstr>Problem Setting</vt:lpstr>
      <vt:lpstr>Problem Setting</vt:lpstr>
      <vt:lpstr>Problem Setting</vt:lpstr>
      <vt:lpstr>Problem Setting</vt:lpstr>
      <vt:lpstr>Approach</vt:lpstr>
      <vt:lpstr>Approach</vt:lpstr>
      <vt:lpstr>Approach</vt:lpstr>
      <vt:lpstr>Results</vt:lpstr>
      <vt:lpstr>Results</vt:lpstr>
      <vt:lpstr>Results</vt:lpstr>
      <vt:lpstr>Limitation</vt:lpstr>
      <vt:lpstr>Qualitative</vt:lpstr>
      <vt:lpstr>Note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724</cp:revision>
  <dcterms:created xsi:type="dcterms:W3CDTF">2023-01-19T17:39:48Z</dcterms:created>
  <dcterms:modified xsi:type="dcterms:W3CDTF">2025-08-26T05:50:02Z</dcterms:modified>
</cp:coreProperties>
</file>